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074D8-5DF1-418E-B9BC-825DB05F8DB1}" type="datetimeFigureOut">
              <a:rPr lang="en-ZA" smtClean="0"/>
              <a:t>2025/11/10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967C1-9DCB-4E4E-948B-307E604905C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36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and when </a:t>
            </a:r>
            <a:r>
              <a:rPr lang="en-US" baseline="0" dirty="0"/>
              <a:t> the business started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Unique elements </a:t>
            </a:r>
            <a:r>
              <a:rPr lang="en-ZA" baseline="0" dirty="0"/>
              <a:t>(signature dishes by name)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Customers(tourist attract)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B967C1-9DCB-4E4E-948B-307E604905C0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0701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Restuarant</a:t>
            </a:r>
            <a:r>
              <a:rPr lang="en-US" dirty="0"/>
              <a:t> gets</a:t>
            </a:r>
            <a:r>
              <a:rPr lang="en-US" baseline="0" dirty="0"/>
              <a:t> over crowded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Chaos in the kitchen orders get mixed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Many customers are lost due to impaired operating system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B967C1-9DCB-4E4E-948B-307E604905C0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4424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Resturant</a:t>
            </a:r>
            <a:r>
              <a:rPr lang="en-US" baseline="0" dirty="0"/>
              <a:t> can operate till late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Orders are delivered smoothly without being mixed up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No chaos in the kitchen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Customers get to enjoy their meal just in time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B967C1-9DCB-4E4E-948B-307E604905C0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0663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9.jpg" /><Relationship Id="rId4" Type="http://schemas.openxmlformats.org/officeDocument/2006/relationships/image" Target="../media/image8.jp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.jpg" /><Relationship Id="rId4" Type="http://schemas.openxmlformats.org/officeDocument/2006/relationships/image" Target="../media/image11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6.jpg" /><Relationship Id="rId5" Type="http://schemas.openxmlformats.org/officeDocument/2006/relationships/image" Target="../media/image15.jpg" /><Relationship Id="rId4" Type="http://schemas.openxmlformats.org/officeDocument/2006/relationships/image" Target="../media/image14.jp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Malls kitchen </a:t>
            </a:r>
            <a:endParaRPr lang="en-ZA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Africa’s finest roots  </a:t>
            </a:r>
            <a:endParaRPr lang="en-ZA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194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(signature meals) 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636" y="2462867"/>
            <a:ext cx="2730722" cy="3412472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58" y="2415570"/>
            <a:ext cx="3510511" cy="3412472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869" y="2415570"/>
            <a:ext cx="3155729" cy="345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0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97" y="2447104"/>
            <a:ext cx="3026980" cy="331787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877" y="2447104"/>
            <a:ext cx="3626067" cy="3317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944" y="2447104"/>
            <a:ext cx="282465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1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MALLS kitchen with a static website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384" y="2447104"/>
            <a:ext cx="2039832" cy="331787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216" y="2447105"/>
            <a:ext cx="2447260" cy="33178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76" y="2447105"/>
            <a:ext cx="2777358" cy="3317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289" y="2447104"/>
            <a:ext cx="220409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3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Benefits of using a static website on AWS</a:t>
            </a:r>
            <a:endParaRPr lang="en-ZA" b="1" i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83740"/>
            <a:ext cx="9109840" cy="2897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6501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indent="-22860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Speed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.</a:t>
            </a:r>
          </a:p>
          <a:p>
            <a:pPr marL="228600" indent="-22860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Security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101112"/>
              </a:solidFill>
              <a:effectLst/>
              <a:latin typeface="Arial Black" panose="020B0A04020102020204" pitchFamily="34" charset="0"/>
            </a:endParaRPr>
          </a:p>
          <a:p>
            <a:pPr marL="228600" indent="-22860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Cost-effective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:</a:t>
            </a:r>
          </a:p>
          <a:p>
            <a:pPr marL="228600" indent="-22860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Easy to deploy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101112"/>
              </a:solidFill>
              <a:effectLst/>
              <a:latin typeface="Arial Black" panose="020B0A04020102020204" pitchFamily="34" charset="0"/>
            </a:endParaRPr>
          </a:p>
          <a:p>
            <a:pPr marL="228600" indent="-22860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Simple menu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01112"/>
                </a:solidFill>
                <a:effectLst/>
                <a:latin typeface="Arial Black" panose="020B0A04020102020204" pitchFamily="34" charset="0"/>
              </a:rPr>
              <a:t>:.</a:t>
            </a:r>
            <a:endParaRPr lang="en-US" altLang="en-US" sz="1600" dirty="0">
              <a:solidFill>
                <a:srgbClr val="101112"/>
              </a:solidFill>
              <a:latin typeface="Arial Black" panose="020B0A04020102020204" pitchFamily="34" charset="0"/>
            </a:endParaRP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6. Budget-Friendly Hosting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7. Increase our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tourist attract </a:t>
            </a:r>
            <a:r>
              <a:rPr kumimoji="0" lang="en-US" altLang="en-US" sz="16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custmers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184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MALLS MIGRATION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( WEBSITE LINK)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827153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218</TotalTime>
  <Words>122</Words>
  <Application>Microsoft Office PowerPoint</Application>
  <PresentationFormat>Widescreen</PresentationFormat>
  <Paragraphs>29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Organic</vt:lpstr>
      <vt:lpstr>Malls kitchen </vt:lpstr>
      <vt:lpstr>OVERVIEW (signature meals) </vt:lpstr>
      <vt:lpstr>CHALLENGES </vt:lpstr>
      <vt:lpstr>MALLS kitchen with a static website</vt:lpstr>
      <vt:lpstr>Benefits of using a static website on AWS</vt:lpstr>
      <vt:lpstr>MALLS MIGRATION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Malls kitchen</dc:title>
  <dc:creator>User</dc:creator>
  <cp:lastModifiedBy>Kwanele Hadebe</cp:lastModifiedBy>
  <cp:revision>13</cp:revision>
  <dcterms:created xsi:type="dcterms:W3CDTF">2025-11-03T12:30:00Z</dcterms:created>
  <dcterms:modified xsi:type="dcterms:W3CDTF">2025-11-10T12:29:22Z</dcterms:modified>
</cp:coreProperties>
</file>